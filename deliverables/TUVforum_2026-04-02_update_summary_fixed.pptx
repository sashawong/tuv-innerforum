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6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22222"/>
                </a:solidFill>
                <a:latin typeface="微软雅黑" panose="020B0503020204020204" charset="-122"/>
              </a:rPr>
              <a:t>TUV Inner Forum 今日更新汇总</a:t>
            </a:r>
            <a:endParaRPr sz="2600" b="1">
              <a:solidFill>
                <a:srgbClr val="222222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4234815" cy="260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368"/>
                </a:solidFill>
                <a:latin typeface="微软雅黑" panose="020B0503020204020204" charset="-122"/>
              </a:rPr>
              <a:t>日期：2026-04-02 | 汇总已完成的功能、上线状态与 AI 能力调整</a:t>
            </a:r>
            <a:endParaRPr sz="1100">
              <a:solidFill>
                <a:srgbClr val="5F6368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417320" cy="384048"/>
          </a:xfrm>
          <a:prstGeom prst="roundRect">
            <a:avLst/>
          </a:prstGeom>
          <a:solidFill>
            <a:srgbClr val="EAF6ED"/>
          </a:solidFill>
          <a:ln>
            <a:solidFill>
              <a:srgbClr val="EA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7734"/>
                </a:solidFill>
                <a:latin typeface="微软雅黑" panose="020B0503020204020204" charset="-122"/>
              </a:rPr>
              <a:t>已部署上线</a:t>
            </a:r>
            <a:endParaRPr sz="1100" b="1">
              <a:solidFill>
                <a:srgbClr val="167734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148840" y="1417320"/>
            <a:ext cx="1417320" cy="384048"/>
          </a:xfrm>
          <a:prstGeom prst="roundRect">
            <a:avLst/>
          </a:prstGeom>
          <a:solidFill>
            <a:srgbClr val="EAF6ED"/>
          </a:solidFill>
          <a:ln>
            <a:solidFill>
              <a:srgbClr val="EA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7734"/>
                </a:solidFill>
                <a:latin typeface="微软雅黑" panose="020B0503020204020204" charset="-122"/>
              </a:rPr>
              <a:t>含页面截图</a:t>
            </a:r>
            <a:endParaRPr sz="1100" b="1">
              <a:solidFill>
                <a:srgbClr val="16773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703320" y="1417320"/>
            <a:ext cx="1554480" cy="384048"/>
          </a:xfrm>
          <a:prstGeom prst="roundRect">
            <a:avLst/>
          </a:prstGeom>
          <a:solidFill>
            <a:srgbClr val="EAF6ED"/>
          </a:solidFill>
          <a:ln>
            <a:solidFill>
              <a:srgbClr val="EAF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67734"/>
                </a:solidFill>
                <a:latin typeface="微软雅黑" panose="020B0503020204020204" charset="-122"/>
              </a:rPr>
              <a:t>AI功能更新</a:t>
            </a:r>
            <a:endParaRPr sz="1100" b="1">
              <a:solidFill>
                <a:srgbClr val="167734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0515600" cy="1886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论坛已完成搜索优化、回复编辑/删除、积分体系、积分榜游戏化展示、AI 助手、消息提醒等一整套更新。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今天的重点收口在 AI 法规助手：修正接口理解、增加“正在生成中”状态，并把报告能力改成“汇总最近 N 篇帖子后生成新帖”。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代码已部署到云服务器运行中的前后端容器。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22222"/>
                </a:solidFill>
                <a:latin typeface="微软雅黑" panose="020B0503020204020204" charset="-122"/>
              </a:rPr>
              <a:t>一、今天完成的主要功能</a:t>
            </a:r>
            <a:endParaRPr sz="2600" b="1">
              <a:solidFill>
                <a:srgbClr val="222222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搜索体验升级：从简单过滤改成弹窗结果页，并按标题命中、正文命中、回复命中分列展示。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回复管理补齐：用户可以删除自己的回复，也可以重新编辑自己的回复。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积分体系上线：新增用户积分属性，按发帖与回复自动累计，并增加积分排行榜。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排行榜视觉优化：按“青铜、白银、黄金、铂金、钻石、星耀、王者”等段位分层展示，并附带小图标。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管理员不参与积分榜统计，避免干扰真实用户排名。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22222"/>
                </a:solidFill>
                <a:latin typeface="微软雅黑" panose="020B0503020204020204" charset="-122"/>
              </a:rPr>
              <a:t>二、AI 法规助手与提醒机制</a:t>
            </a:r>
            <a:endParaRPr sz="2600" b="1">
              <a:solidFill>
                <a:srgbClr val="222222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创建“AI法规助手”用户，用于生成论坛回复与汇总内容，不参与积分榜。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帖子中可点击“邀请AI回答”，AI 会结合当前帖子与现有回复输出一条新的建议回复。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新增“正在生成中”状态，用户在等待 AI 回复时可以看到明确提示。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左侧新增“AI助手”页面，用于统一生成汇总帖与配置模型接入。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新增新帖提醒与回复消息提醒，用户可在顶部通知入口查看并标记已读。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22222"/>
                </a:solidFill>
                <a:latin typeface="微软雅黑" panose="020B0503020204020204" charset="-122"/>
              </a:rPr>
              <a:t>三、AI 汇总逻辑调整</a:t>
            </a:r>
            <a:endParaRPr sz="2600" b="1">
              <a:solidFill>
                <a:srgbClr val="222222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原先的设计是：针对“当前单个帖子”生成一篇报告帖。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现在已改成：汇总最近 N 篇帖子及其回复，生成一篇新的论坛总结帖。N 为可选数字，默认值为 10。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这样更符合“周报/阶段总结”的使用场景，也更适合把零散讨论沉淀成法规信息汇总。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帖子详情页保留“邀请AI回答”；汇总生成入口统一收敛到 AI 助手页面，避免用户理解混乱。</a:t>
            </a:r>
          </a:p>
          <a:p>
            <a:pPr>
              <a:spcAft>
                <a:spcPts val="1000"/>
              </a:spcAft>
              <a:defRPr sz="18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接口层已支持按数量汇总，前端页面也支持直接输入最近汇总篇数。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22222"/>
                </a:solidFill>
                <a:latin typeface="微软雅黑" panose="020B0503020204020204" charset="-122"/>
              </a:rPr>
              <a:t>四、页面截图</a:t>
            </a:r>
            <a:endParaRPr sz="2600" b="1">
              <a:solidFill>
                <a:srgbClr val="222222"/>
              </a:solidFill>
              <a:latin typeface="微软雅黑" panose="020B0503020204020204" charset="-122"/>
            </a:endParaRPr>
          </a:p>
        </p:txBody>
      </p:sp>
      <p:pic>
        <p:nvPicPr>
          <p:cNvPr id="4" name="Picture 3" descr="home-fin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371600"/>
            <a:ext cx="3749039" cy="5385373"/>
          </a:xfrm>
          <a:prstGeom prst="rect">
            <a:avLst/>
          </a:prstGeom>
        </p:spPr>
      </p:pic>
      <p:pic>
        <p:nvPicPr>
          <p:cNvPr id="5" name="Picture 4" descr="leaderboard-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371600"/>
            <a:ext cx="3749039" cy="5385373"/>
          </a:xfrm>
          <a:prstGeom prst="rect">
            <a:avLst/>
          </a:prstGeom>
        </p:spPr>
      </p:pic>
      <p:pic>
        <p:nvPicPr>
          <p:cNvPr id="6" name="Picture 5" descr="topic-detail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5" y="1371600"/>
            <a:ext cx="3749039" cy="53853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37360" y="5715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 panose="020B0503020204020204" charset="-122"/>
              </a:rPr>
              <a:t>首页</a:t>
            </a:r>
            <a:endParaRPr sz="1200" b="1">
              <a:solidFill>
                <a:srgbClr val="222222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77840" y="5715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 panose="020B0503020204020204" charset="-122"/>
              </a:rPr>
              <a:t>积分榜</a:t>
            </a:r>
            <a:endParaRPr sz="1200" b="1">
              <a:solidFill>
                <a:srgbClr val="222222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98280" y="57150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22222"/>
                </a:solidFill>
                <a:latin typeface="微软雅黑" panose="020B0503020204020204" charset="-122"/>
              </a:rPr>
              <a:t>帖子详情页</a:t>
            </a:r>
            <a:endParaRPr sz="1200" b="1">
              <a:solidFill>
                <a:srgbClr val="222222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1520" y="608076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F6368"/>
                </a:solidFill>
                <a:latin typeface="微软雅黑" panose="020B0503020204020204" charset="-122"/>
              </a:rPr>
              <a:t>截图来自当前线上环境，已登录后台后抓取，用于展示首页、积分榜与帖子详情页的实际效果。</a:t>
            </a:r>
            <a:endParaRPr sz="1100">
              <a:solidFill>
                <a:srgbClr val="5F636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22222"/>
                </a:solidFill>
                <a:latin typeface="微软雅黑" panose="020B0503020204020204" charset="-122"/>
              </a:rPr>
              <a:t>五、部署与验证结果</a:t>
            </a:r>
            <a:endParaRPr sz="2600" b="1">
              <a:solidFill>
                <a:srgbClr val="222222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224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代码已部署到云服务器目录 /www/wwwroot/TUV-InnerForum。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数据库中已补充中文帖子与回复示例，积分榜与搜索功能可以直接演示。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微软雅黑" panose="020B0503020204020204" charset="-122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22222"/>
                </a:solidFill>
                <a:latin typeface="微软雅黑" panose="020B0503020204020204" charset="-122"/>
              </a:rPr>
              <a:t>六、后续建议</a:t>
            </a:r>
            <a:endParaRPr sz="2600" b="1">
              <a:solidFill>
                <a:srgbClr val="222222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给 AI 汇总增加筛选条件，例如“只汇总有回复的帖子”或“按标签汇总”。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把 AI 回复和汇总过程做成更明显的按钮 loading、进度提示或完成后自动定位。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继续优化前端体积，当前生产包已超过 500 kB，可考虑分包与懒加载。</a:t>
            </a:r>
          </a:p>
          <a:p>
            <a:pPr>
              <a:spcAft>
                <a:spcPts val="1000"/>
              </a:spcAft>
              <a:defRPr sz="1900">
                <a:solidFill>
                  <a:srgbClr val="222222"/>
                </a:solidFill>
                <a:latin typeface="微软雅黑" panose="020B0503020204020204" charset="-122"/>
              </a:defRPr>
            </a:pPr>
            <a:r>
              <a:t>如果后续切换豆包模型，可直接复用现有 OpenAI 兼容接入方式，只需要替换接口地址、模型名和 API Key。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1094</Words>
  <Application>WPS 演示</Application>
  <PresentationFormat>On-screen Show (4:3)</PresentationFormat>
  <Paragraphs>61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字魂创粗黑</vt:lpstr>
      <vt:lpstr>优设字由棒棒体</vt:lpstr>
      <vt:lpstr>汉仪雅酷黑简</vt:lpstr>
      <vt:lpstr>方正公文小标宋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王云见Sasha</cp:lastModifiedBy>
  <cp:revision>3</cp:revision>
  <dcterms:created xsi:type="dcterms:W3CDTF">2013-01-27T09:14:00Z</dcterms:created>
  <dcterms:modified xsi:type="dcterms:W3CDTF">2026-04-02T14:19:40Z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A7608FAD82C3409F830AB1AF8666470D_12</vt:lpwstr>
  </property>
  <property fmtid="{D5CDD505-2E9C-101B-9397-08002B2CF9AE}" pid="3" name="KSOProductBuildVer">
    <vt:lpwstr>2052-12.1.0.25225</vt:lpwstr>
  </property>
</Properties>
</file>