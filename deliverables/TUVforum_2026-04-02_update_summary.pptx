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6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TUV Inner Forum 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368"/>
                </a:solidFill>
                <a:latin typeface="Microsoft YaHei"/>
              </a:rPr>
              <a:t>???2026-04-02 | ???????????????? AI 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41732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Microsoft YaHei"/>
              </a:rPr>
              <a:t>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417320"/>
            <a:ext cx="141732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Microsoft YaHei"/>
              </a:rPr>
              <a:t>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417320"/>
            <a:ext cx="155448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Microsoft YaHei"/>
              </a:rPr>
              <a:t>AI????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Microsoft YaHei"/>
              </a:defRPr>
            </a:pPr>
            <a:r>
              <a:t>??????????????/?????????????????AI ??????????????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Microsoft YaHei"/>
              </a:defRPr>
            </a:pPr>
            <a:r>
              <a:t>???????? AI ????????????????????????????????????? N ??????????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Microsoft YaHei"/>
              </a:defRPr>
            </a:pPr>
            <a:r>
              <a:t>?????? GitHub???????????????????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??AI 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???AI?????????????????????????????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?????????AI????AI 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 AI 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?????AI???????????????????????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??AI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Microsoft YaHei"/>
              </a:defRPr>
            </a:pPr>
            <a:r>
              <a:t>?????????????????????????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Microsoft YaHei"/>
              </a:defRPr>
            </a:pPr>
            <a:r>
              <a:t>?????????? N ????????????????????N ?????????? 10?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Microsoft YaHei"/>
              </a:defRPr>
            </a:pPr>
            <a:r>
              <a:t>????????/??????????????????????????????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Microsoft YaHei"/>
              </a:defRPr>
            </a:pPr>
            <a:r>
              <a:t>??????????AI??????????????? AI ??????????????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Microsoft YaHei"/>
              </a:defRPr>
            </a:pPr>
            <a:r>
              <a:t>??????????????????????????????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??????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657600" cy="5588000"/>
          </a:xfrm>
          <a:prstGeom prst="rect">
            <a:avLst/>
          </a:prstGeom>
        </p:spPr>
      </p:pic>
      <p:pic>
        <p:nvPicPr>
          <p:cNvPr id="5" name="Picture 4" descr="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3657600" cy="5588000"/>
          </a:xfrm>
          <a:prstGeom prst="rect">
            <a:avLst/>
          </a:prstGeom>
        </p:spPr>
      </p:pic>
      <p:pic>
        <p:nvPicPr>
          <p:cNvPr id="6" name="Picture 5" descr="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3657600" cy="558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5740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Microsoft YaHei"/>
              </a:rPr>
              <a:t>?????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368"/>
                </a:solidFill>
                <a:latin typeface="Microsoft YaHei"/>
              </a:rPr>
              <a:t>?????????????????????????????????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 GitHub???????????? /www/wwwroot/TUV-InnerForum?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 Docker 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 200 OK????????????????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OpenRouter ?? 404 ??????????????? POST ???????? GET ????? Not Found?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Microsoft YaHei"/>
              </a:rPr>
              <a:t>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 AI ???????????????????????????????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 AI ??????????????? loading??????????????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 500 kB???????????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Microsoft YaHei"/>
              </a:defRPr>
            </a:pPr>
            <a:r>
              <a:t>?????????????????? OpenAI ????????????????????? API Key?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